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VATHY S" userId="efd1b76efe43fab7" providerId="LiveId" clId="{BD1B58DF-BA39-4305-8D94-B5B6317F323E}"/>
    <pc:docChg chg="addSld modSld">
      <pc:chgData name="PARVATHY S" userId="efd1b76efe43fab7" providerId="LiveId" clId="{BD1B58DF-BA39-4305-8D94-B5B6317F323E}" dt="2026-05-22T14:03:38.909" v="56" actId="20577"/>
      <pc:docMkLst>
        <pc:docMk/>
      </pc:docMkLst>
      <pc:sldChg chg="addSp modSp mod">
        <pc:chgData name="PARVATHY S" userId="efd1b76efe43fab7" providerId="LiveId" clId="{BD1B58DF-BA39-4305-8D94-B5B6317F323E}" dt="2026-05-17T10:16:00.215" v="38" actId="20577"/>
        <pc:sldMkLst>
          <pc:docMk/>
          <pc:sldMk cId="2153236836" sldId="256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2153236836" sldId="256"/>
            <ac:spMk id="2" creationId="{721ADD75-AA7B-BA79-E9C8-7495F9851739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2153236836" sldId="256"/>
            <ac:spMk id="3" creationId="{F3B250DB-4B8A-7A1C-577D-F6F4F55054F7}"/>
          </ac:spMkLst>
        </pc:spChg>
        <pc:spChg chg="add mod">
          <ac:chgData name="PARVATHY S" userId="efd1b76efe43fab7" providerId="LiveId" clId="{BD1B58DF-BA39-4305-8D94-B5B6317F323E}" dt="2026-05-17T10:16:00.215" v="38" actId="20577"/>
          <ac:spMkLst>
            <pc:docMk/>
            <pc:sldMk cId="2153236836" sldId="256"/>
            <ac:spMk id="4" creationId="{D237AD44-2865-4853-7EFB-9237B3555AE0}"/>
          </ac:spMkLst>
        </pc:spChg>
      </pc:sldChg>
      <pc:sldChg chg="modSp modTransition">
        <pc:chgData name="PARVATHY S" userId="efd1b76efe43fab7" providerId="LiveId" clId="{BD1B58DF-BA39-4305-8D94-B5B6317F323E}" dt="2026-05-17T10:14:00.118" v="3"/>
        <pc:sldMkLst>
          <pc:docMk/>
          <pc:sldMk cId="2803236909" sldId="257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2803236909" sldId="257"/>
            <ac:spMk id="2" creationId="{E1D9997A-E54A-68D0-EBA6-20DD9BDA2E80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2803236909" sldId="257"/>
            <ac:spMk id="3" creationId="{23071F43-6034-9AE1-E7F7-EA0FBF644DE7}"/>
          </ac:spMkLst>
        </pc:spChg>
      </pc:sldChg>
      <pc:sldChg chg="modSp">
        <pc:chgData name="PARVATHY S" userId="efd1b76efe43fab7" providerId="LiveId" clId="{BD1B58DF-BA39-4305-8D94-B5B6317F323E}" dt="2026-05-17T10:13:18.682" v="0"/>
        <pc:sldMkLst>
          <pc:docMk/>
          <pc:sldMk cId="2382346005" sldId="258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2382346005" sldId="258"/>
            <ac:spMk id="2" creationId="{53378928-9243-FB6F-9B50-0FFB5D1D58BA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2382346005" sldId="258"/>
            <ac:spMk id="3" creationId="{A2893E93-C69A-E398-4763-3A5522BFF5F2}"/>
          </ac:spMkLst>
        </pc:spChg>
      </pc:sldChg>
      <pc:sldChg chg="modSp mod">
        <pc:chgData name="PARVATHY S" userId="efd1b76efe43fab7" providerId="LiveId" clId="{BD1B58DF-BA39-4305-8D94-B5B6317F323E}" dt="2026-05-22T14:02:53.269" v="50" actId="21"/>
        <pc:sldMkLst>
          <pc:docMk/>
          <pc:sldMk cId="1513817990" sldId="259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1513817990" sldId="259"/>
            <ac:spMk id="2" creationId="{B50718D4-AE67-F89F-2683-467F498A1053}"/>
          </ac:spMkLst>
        </pc:spChg>
        <pc:spChg chg="mod">
          <ac:chgData name="PARVATHY S" userId="efd1b76efe43fab7" providerId="LiveId" clId="{BD1B58DF-BA39-4305-8D94-B5B6317F323E}" dt="2026-05-22T14:02:53.269" v="50" actId="21"/>
          <ac:spMkLst>
            <pc:docMk/>
            <pc:sldMk cId="1513817990" sldId="259"/>
            <ac:spMk id="3" creationId="{98451BD3-B670-A7A6-9178-D0B3AC60F92E}"/>
          </ac:spMkLst>
        </pc:spChg>
      </pc:sldChg>
      <pc:sldChg chg="modSp mod">
        <pc:chgData name="PARVATHY S" userId="efd1b76efe43fab7" providerId="LiveId" clId="{BD1B58DF-BA39-4305-8D94-B5B6317F323E}" dt="2026-05-22T14:00:14.037" v="49" actId="20577"/>
        <pc:sldMkLst>
          <pc:docMk/>
          <pc:sldMk cId="1632422024" sldId="260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1632422024" sldId="260"/>
            <ac:spMk id="2" creationId="{45B8D5B2-584C-6F4A-4939-F726A2247A47}"/>
          </ac:spMkLst>
        </pc:spChg>
        <pc:spChg chg="mod">
          <ac:chgData name="PARVATHY S" userId="efd1b76efe43fab7" providerId="LiveId" clId="{BD1B58DF-BA39-4305-8D94-B5B6317F323E}" dt="2026-05-22T14:00:14.037" v="49" actId="20577"/>
          <ac:spMkLst>
            <pc:docMk/>
            <pc:sldMk cId="1632422024" sldId="260"/>
            <ac:spMk id="3" creationId="{18290488-F053-A38E-6FFA-013279705C7E}"/>
          </ac:spMkLst>
        </pc:spChg>
      </pc:sldChg>
      <pc:sldChg chg="modSp">
        <pc:chgData name="PARVATHY S" userId="efd1b76efe43fab7" providerId="LiveId" clId="{BD1B58DF-BA39-4305-8D94-B5B6317F323E}" dt="2026-05-17T10:13:18.682" v="0"/>
        <pc:sldMkLst>
          <pc:docMk/>
          <pc:sldMk cId="1383496615" sldId="261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1383496615" sldId="261"/>
            <ac:spMk id="2" creationId="{C8DFE38F-518A-3B42-8E6A-4E24F2379AA8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1383496615" sldId="261"/>
            <ac:spMk id="3" creationId="{7D989F28-6085-AB6A-3C55-56B089AEAC2F}"/>
          </ac:spMkLst>
        </pc:spChg>
      </pc:sldChg>
      <pc:sldChg chg="modSp">
        <pc:chgData name="PARVATHY S" userId="efd1b76efe43fab7" providerId="LiveId" clId="{BD1B58DF-BA39-4305-8D94-B5B6317F323E}" dt="2026-05-17T10:13:18.682" v="0"/>
        <pc:sldMkLst>
          <pc:docMk/>
          <pc:sldMk cId="2470036005" sldId="262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2470036005" sldId="262"/>
            <ac:spMk id="2" creationId="{59C733A7-02DB-6C35-DD71-AD2DC1D5BF48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2470036005" sldId="262"/>
            <ac:spMk id="3" creationId="{22E95191-DD91-0DF2-591B-0471C962556D}"/>
          </ac:spMkLst>
        </pc:spChg>
      </pc:sldChg>
      <pc:sldChg chg="modSp">
        <pc:chgData name="PARVATHY S" userId="efd1b76efe43fab7" providerId="LiveId" clId="{BD1B58DF-BA39-4305-8D94-B5B6317F323E}" dt="2026-05-17T10:13:18.682" v="0"/>
        <pc:sldMkLst>
          <pc:docMk/>
          <pc:sldMk cId="746708931" sldId="263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746708931" sldId="263"/>
            <ac:spMk id="2" creationId="{F04DE320-85BE-16C9-A354-F658B3EBD27A}"/>
          </ac:spMkLst>
        </pc:spChg>
        <pc:spChg chg="mod">
          <ac:chgData name="PARVATHY S" userId="efd1b76efe43fab7" providerId="LiveId" clId="{BD1B58DF-BA39-4305-8D94-B5B6317F323E}" dt="2026-05-17T10:13:18.682" v="0"/>
          <ac:spMkLst>
            <pc:docMk/>
            <pc:sldMk cId="746708931" sldId="263"/>
            <ac:spMk id="3" creationId="{7F290C9F-EDD8-04E7-4132-5341692404C9}"/>
          </ac:spMkLst>
        </pc:spChg>
      </pc:sldChg>
      <pc:sldChg chg="modSp mod">
        <pc:chgData name="PARVATHY S" userId="efd1b76efe43fab7" providerId="LiveId" clId="{BD1B58DF-BA39-4305-8D94-B5B6317F323E}" dt="2026-05-22T14:03:38.909" v="56" actId="20577"/>
        <pc:sldMkLst>
          <pc:docMk/>
          <pc:sldMk cId="3781705670" sldId="264"/>
        </pc:sldMkLst>
        <pc:spChg chg="mod">
          <ac:chgData name="PARVATHY S" userId="efd1b76efe43fab7" providerId="LiveId" clId="{BD1B58DF-BA39-4305-8D94-B5B6317F323E}" dt="2026-05-17T10:13:18.682" v="0"/>
          <ac:spMkLst>
            <pc:docMk/>
            <pc:sldMk cId="3781705670" sldId="264"/>
            <ac:spMk id="2" creationId="{E45C1C09-8912-08C9-7288-0BB9DFCCEBDD}"/>
          </ac:spMkLst>
        </pc:spChg>
        <pc:spChg chg="mod">
          <ac:chgData name="PARVATHY S" userId="efd1b76efe43fab7" providerId="LiveId" clId="{BD1B58DF-BA39-4305-8D94-B5B6317F323E}" dt="2026-05-22T14:03:38.909" v="56" actId="20577"/>
          <ac:spMkLst>
            <pc:docMk/>
            <pc:sldMk cId="3781705670" sldId="264"/>
            <ac:spMk id="3" creationId="{BFB7F552-2B9A-EA57-4DBE-16693BD8A6AA}"/>
          </ac:spMkLst>
        </pc:spChg>
      </pc:sldChg>
      <pc:sldChg chg="addSp modSp new mod">
        <pc:chgData name="PARVATHY S" userId="efd1b76efe43fab7" providerId="LiveId" clId="{BD1B58DF-BA39-4305-8D94-B5B6317F323E}" dt="2026-05-17T10:15:07.014" v="16" actId="1076"/>
        <pc:sldMkLst>
          <pc:docMk/>
          <pc:sldMk cId="891272523" sldId="265"/>
        </pc:sldMkLst>
        <pc:spChg chg="add mod">
          <ac:chgData name="PARVATHY S" userId="efd1b76efe43fab7" providerId="LiveId" clId="{BD1B58DF-BA39-4305-8D94-B5B6317F323E}" dt="2026-05-17T10:15:07.014" v="16" actId="1076"/>
          <ac:spMkLst>
            <pc:docMk/>
            <pc:sldMk cId="891272523" sldId="265"/>
            <ac:spMk id="2" creationId="{AF74F436-CD26-4475-4839-DB171F94DF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8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2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6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5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4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3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5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3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9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9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12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7253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8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53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73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3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34D1D2-315E-4F98-A38A-D0A1E8ECD00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A9F4E-C405-443E-9AC1-6D54D945D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23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DD75-AA7B-BA79-E9C8-7495F9851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Job Application Tracker Assistant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250DB-4B8A-7A1C-577D-F6F4F5505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Automating job application tracking through email parsing and dashboards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37AD44-2865-4853-7EFB-9237B3555AE0}"/>
              </a:ext>
            </a:extLst>
          </p:cNvPr>
          <p:cNvSpPr txBox="1"/>
          <p:nvPr/>
        </p:nvSpPr>
        <p:spPr>
          <a:xfrm>
            <a:off x="1238865" y="5712542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Presenter : Parvathy</a:t>
            </a:r>
          </a:p>
        </p:txBody>
      </p:sp>
    </p:spTree>
    <p:extLst>
      <p:ext uri="{BB962C8B-B14F-4D97-AF65-F5344CB8AC3E}">
        <p14:creationId xmlns:p14="http://schemas.microsoft.com/office/powerpoint/2010/main" val="215323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9997A-E54A-68D0-EBA6-20DD9BDA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1F43-6034-9AE1-E7F7-EA0FBF644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Manual Tracking</a:t>
            </a:r>
            <a:r>
              <a:rPr lang="en-US" dirty="0">
                <a:effectLst/>
              </a:rPr>
              <a:t> → Applicants struggle to track applied jobs, pending responses, and rejections.</a:t>
            </a:r>
            <a:endParaRPr lang="en-US" dirty="0"/>
          </a:p>
          <a:p>
            <a:r>
              <a:rPr lang="en-US" b="1" dirty="0">
                <a:effectLst/>
              </a:rPr>
              <a:t>Email Overload</a:t>
            </a:r>
            <a:r>
              <a:rPr lang="en-US" dirty="0">
                <a:effectLst/>
              </a:rPr>
              <a:t> → Important mails get buried among other emails.</a:t>
            </a:r>
            <a:endParaRPr lang="en-US" dirty="0"/>
          </a:p>
          <a:p>
            <a:r>
              <a:rPr lang="en-US" b="1" dirty="0">
                <a:effectLst/>
              </a:rPr>
              <a:t>No Analytics</a:t>
            </a:r>
            <a:r>
              <a:rPr lang="en-US" dirty="0">
                <a:effectLst/>
              </a:rPr>
              <a:t> → Applicants don’t know weekly progress or rejection trends.</a:t>
            </a:r>
            <a:endParaRPr lang="en-US" dirty="0"/>
          </a:p>
          <a:p>
            <a:r>
              <a:rPr lang="en-US" b="1" dirty="0">
                <a:effectLst/>
              </a:rPr>
              <a:t>Stressful Process</a:t>
            </a:r>
            <a:r>
              <a:rPr lang="en-US" dirty="0">
                <a:effectLst/>
              </a:rPr>
              <a:t> → Leads to confusion and missed opportunities.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3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8928-9243-FB6F-9B50-0FFB5D1D5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93E93-C69A-E398-4763-3A5522BFF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AI‑Powered Job Application Assistant</a:t>
            </a:r>
            <a:endParaRPr lang="en-US" dirty="0"/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Auto‑logs job applications from confirmation emails.</a:t>
            </a:r>
            <a:endParaRPr lang="en-US" dirty="0"/>
          </a:p>
          <a:p>
            <a:r>
              <a:rPr lang="en-US" dirty="0">
                <a:effectLst/>
              </a:rPr>
              <a:t>Tracks status: </a:t>
            </a:r>
            <a:r>
              <a:rPr lang="en-US" i="1" dirty="0">
                <a:effectLst/>
              </a:rPr>
              <a:t>Applied, Pending, Rejected, Interview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Generates weekly summaries and visual dashboards.</a:t>
            </a:r>
            <a:endParaRPr lang="en-US" dirty="0"/>
          </a:p>
          <a:p>
            <a:r>
              <a:rPr lang="en-US" dirty="0">
                <a:effectLst/>
              </a:rPr>
              <a:t>Provides insights into application trends.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4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18D4-AE67-F89F-2683-467F498A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51BD3-B670-A7A6-9178-D0B3AC60F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Email Parsing</a:t>
            </a:r>
            <a:r>
              <a:rPr lang="en-US" dirty="0">
                <a:effectLst/>
              </a:rPr>
              <a:t> → Reads inbox via IMAP/Gmail API.</a:t>
            </a:r>
            <a:endParaRPr lang="en-US" dirty="0"/>
          </a:p>
          <a:p>
            <a:r>
              <a:rPr lang="en-US" b="1" dirty="0">
                <a:effectLst/>
              </a:rPr>
              <a:t>Database Logging</a:t>
            </a:r>
            <a:r>
              <a:rPr lang="en-US" dirty="0">
                <a:effectLst/>
              </a:rPr>
              <a:t> → Stores company, role, date, status in SQLite.</a:t>
            </a:r>
            <a:endParaRPr lang="en-US" dirty="0"/>
          </a:p>
          <a:p>
            <a:r>
              <a:rPr lang="en-US" b="1" dirty="0">
                <a:effectLst/>
              </a:rPr>
              <a:t>Status Updates</a:t>
            </a:r>
            <a:r>
              <a:rPr lang="en-US" dirty="0">
                <a:effectLst/>
              </a:rPr>
              <a:t> → Detects rejection/interview mails automatically.</a:t>
            </a:r>
            <a:endParaRPr lang="en-US" dirty="0"/>
          </a:p>
          <a:p>
            <a:r>
              <a:rPr lang="en-US" b="1" dirty="0">
                <a:effectLst/>
              </a:rPr>
              <a:t>Dashboard</a:t>
            </a:r>
            <a:r>
              <a:rPr lang="en-US" dirty="0">
                <a:effectLst/>
              </a:rPr>
              <a:t> → </a:t>
            </a:r>
            <a:r>
              <a:rPr lang="en-US" dirty="0" err="1">
                <a:effectLst/>
              </a:rPr>
              <a:t>Streamlit</a:t>
            </a:r>
            <a:r>
              <a:rPr lang="en-US" dirty="0">
                <a:effectLst/>
              </a:rPr>
              <a:t> app shows weekly stats and charts.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81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D5B2-584C-6F4A-4939-F726A224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90488-F053-A38E-6FFA-01327970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Python 🐍</a:t>
            </a:r>
            <a:endParaRPr lang="en-US" dirty="0"/>
          </a:p>
          <a:p>
            <a:r>
              <a:rPr lang="en-US" dirty="0">
                <a:effectLst/>
              </a:rPr>
              <a:t>SQLite (free database) 🗄️</a:t>
            </a:r>
            <a:endParaRPr lang="en-US" dirty="0"/>
          </a:p>
          <a:p>
            <a:r>
              <a:rPr lang="en-US" dirty="0">
                <a:effectLst/>
              </a:rPr>
              <a:t>IMAP/Gmail API 📧</a:t>
            </a:r>
            <a:endParaRPr lang="en-US" dirty="0"/>
          </a:p>
          <a:p>
            <a:r>
              <a:rPr lang="en-US" dirty="0" err="1">
                <a:effectLst/>
              </a:rPr>
              <a:t>Streamlit</a:t>
            </a:r>
            <a:r>
              <a:rPr lang="en-US" dirty="0">
                <a:effectLst/>
              </a:rPr>
              <a:t> (dashboard + chatbot UI) 📊</a:t>
            </a:r>
            <a:endParaRPr lang="en-US" dirty="0"/>
          </a:p>
          <a:p>
            <a:r>
              <a:rPr lang="en-US" dirty="0">
                <a:effectLst/>
              </a:rPr>
              <a:t>Plotly (charts) 📈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2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E38F-518A-3B42-8E6A-4E24F237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9F28-6085-AB6A-3C55-56B089AEA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Saves time by eliminating manual tracking.</a:t>
            </a:r>
            <a:endParaRPr lang="en-US" dirty="0"/>
          </a:p>
          <a:p>
            <a:r>
              <a:rPr lang="en-US" dirty="0">
                <a:effectLst/>
              </a:rPr>
              <a:t>Reduces stress with clear status updates.</a:t>
            </a:r>
            <a:endParaRPr lang="en-US" dirty="0"/>
          </a:p>
          <a:p>
            <a:r>
              <a:rPr lang="en-US" dirty="0">
                <a:effectLst/>
              </a:rPr>
              <a:t>Provides weekly insights for better planning.</a:t>
            </a:r>
            <a:endParaRPr lang="en-US" dirty="0"/>
          </a:p>
          <a:p>
            <a:r>
              <a:rPr lang="en-US" dirty="0">
                <a:effectLst/>
              </a:rPr>
              <a:t>Free, lightweight, and customizable.</a:t>
            </a:r>
            <a:endParaRPr lang="en-US" dirty="0"/>
          </a:p>
          <a:p>
            <a:r>
              <a:rPr lang="en-US" dirty="0">
                <a:effectLst/>
              </a:rPr>
              <a:t>Portfolio‑ready project showcasing automation + AI.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49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33A7-02DB-6C35-DD71-AD2DC1D5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5191-DD91-0DF2-591B-0471C962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Apply for a job → confirmation mail arrives.</a:t>
            </a:r>
            <a:endParaRPr lang="en-US" dirty="0"/>
          </a:p>
          <a:p>
            <a:r>
              <a:rPr lang="en-US" dirty="0">
                <a:effectLst/>
              </a:rPr>
              <a:t>Assistant logs date + company automatically.</a:t>
            </a:r>
            <a:endParaRPr lang="en-US" dirty="0"/>
          </a:p>
          <a:p>
            <a:r>
              <a:rPr lang="en-US" dirty="0">
                <a:effectLst/>
              </a:rPr>
              <a:t>Rejection mail → status updated to </a:t>
            </a:r>
            <a:r>
              <a:rPr lang="en-US" i="1" dirty="0">
                <a:effectLst/>
              </a:rPr>
              <a:t>Rejected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Dashboard → shows weekly applied vs rejected vs pending.</a:t>
            </a:r>
            <a:endParaRPr lang="en-US" dirty="0"/>
          </a:p>
          <a:p>
            <a:r>
              <a:rPr lang="en-US" dirty="0">
                <a:effectLst/>
              </a:rPr>
              <a:t>Chatbot → answers “What’s the status of my Microsoft application?”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03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E320-85BE-16C9-A354-F658B3EB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Stands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0C9F-EDD8-04E7-4132-53416924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Email‑driven automation</a:t>
            </a:r>
            <a:r>
              <a:rPr lang="en-US" dirty="0">
                <a:effectLst/>
              </a:rPr>
              <a:t> (not manual trackers).</a:t>
            </a:r>
            <a:endParaRPr lang="en-US" dirty="0"/>
          </a:p>
          <a:p>
            <a:r>
              <a:rPr lang="en-US" b="1" dirty="0">
                <a:effectLst/>
              </a:rPr>
              <a:t>Automatic status updates</a:t>
            </a:r>
            <a:r>
              <a:rPr lang="en-US" dirty="0">
                <a:effectLst/>
              </a:rPr>
              <a:t> from rejection/interview mails.</a:t>
            </a:r>
            <a:endParaRPr lang="en-US" dirty="0"/>
          </a:p>
          <a:p>
            <a:r>
              <a:rPr lang="en-US" b="1" dirty="0">
                <a:effectLst/>
              </a:rPr>
              <a:t>Weekly analytics dashboard</a:t>
            </a:r>
            <a:r>
              <a:rPr lang="en-US" dirty="0">
                <a:effectLst/>
              </a:rPr>
              <a:t> with summaries.</a:t>
            </a:r>
            <a:endParaRPr lang="en-US" dirty="0"/>
          </a:p>
          <a:p>
            <a:r>
              <a:rPr lang="en-US" b="1" dirty="0">
                <a:effectLst/>
              </a:rPr>
              <a:t>Chatbot Q&amp;A layer</a:t>
            </a:r>
            <a:r>
              <a:rPr lang="en-US" dirty="0">
                <a:effectLst/>
              </a:rPr>
              <a:t> for natural interaction.</a:t>
            </a:r>
            <a:endParaRPr lang="en-US" dirty="0"/>
          </a:p>
          <a:p>
            <a:r>
              <a:rPr lang="en-US" b="1" dirty="0">
                <a:effectLst/>
              </a:rPr>
              <a:t>Free &amp; lightweight</a:t>
            </a:r>
            <a:r>
              <a:rPr lang="en-US" dirty="0">
                <a:effectLst/>
              </a:rPr>
              <a:t> compared to subscription tools.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70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1C09-8912-08C9-7288-0BB9DFCC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F552-2B9A-EA57-4DBE-16693BD8A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AI Resume Feedback</a:t>
            </a:r>
          </a:p>
          <a:p>
            <a:r>
              <a:rPr lang="en-US" b="1" dirty="0"/>
              <a:t>Chatbot </a:t>
            </a:r>
            <a:r>
              <a:rPr lang="en-US" b="1"/>
              <a:t>Layer</a:t>
            </a:r>
            <a:r>
              <a:rPr lang="en-US"/>
              <a:t> </a:t>
            </a:r>
          </a:p>
          <a:p>
            <a:r>
              <a:rPr lang="en-US" b="1">
                <a:effectLst/>
              </a:rPr>
              <a:t>Interview </a:t>
            </a:r>
            <a:r>
              <a:rPr lang="en-US" b="1" dirty="0">
                <a:effectLst/>
              </a:rPr>
              <a:t>Preparation Assistant</a:t>
            </a:r>
            <a:endParaRPr lang="en-US" dirty="0"/>
          </a:p>
          <a:p>
            <a:r>
              <a:rPr lang="en-US" b="1" dirty="0">
                <a:effectLst/>
              </a:rPr>
              <a:t>Multi‑language Support</a:t>
            </a:r>
            <a:endParaRPr lang="en-US" dirty="0"/>
          </a:p>
          <a:p>
            <a:r>
              <a:rPr lang="en-US" b="1" dirty="0">
                <a:effectLst/>
              </a:rPr>
              <a:t>Mobile Notifications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0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4F436-CD26-4475-4839-DB171F94DF0C}"/>
              </a:ext>
            </a:extLst>
          </p:cNvPr>
          <p:cNvSpPr txBox="1"/>
          <p:nvPr/>
        </p:nvSpPr>
        <p:spPr>
          <a:xfrm>
            <a:off x="3460955" y="2615381"/>
            <a:ext cx="65876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1272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334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Job Application Tracker Assistant</vt:lpstr>
      <vt:lpstr>Problem Statement</vt:lpstr>
      <vt:lpstr>Proposed Solution</vt:lpstr>
      <vt:lpstr>How It Works </vt:lpstr>
      <vt:lpstr>Tech Stack</vt:lpstr>
      <vt:lpstr>Benefits</vt:lpstr>
      <vt:lpstr>Demo Flow</vt:lpstr>
      <vt:lpstr>How It Stands Out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PARVATHY S</dc:creator>
  <cp:lastModifiedBy>PARVATHY S</cp:lastModifiedBy>
  <cp:revision>1</cp:revision>
  <dcterms:created xsi:type="dcterms:W3CDTF">2026-05-17T10:13:03Z</dcterms:created>
  <dcterms:modified xsi:type="dcterms:W3CDTF">2026-05-22T14:03:40Z</dcterms:modified>
</cp:coreProperties>
</file>